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DD7BE"/>
                </a:solidFill>
                <a:latin typeface="Aptos"/>
              </a:defRPr>
            </a:pPr>
            <a:r>
              <a:t>OPEN AGENT HACKATHON 2026  /  PRODUCT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The evidence-first supplier invoice investigation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4EFE6"/>
                </a:solidFill>
                <a:latin typeface="Aptos"/>
              </a:defRPr>
            </a:pPr>
            <a:r>
              <a:t>Connect records. Reconcile facts. Explain every finding.</a:t>
            </a:r>
          </a:p>
          <a:p>
            <a:pPr>
              <a:defRPr sz="2000" b="0">
                <a:solidFill>
                  <a:srgbClr val="E4EFE6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4EFE6"/>
                </a:solidFill>
                <a:latin typeface="Aptos"/>
              </a:defRPr>
            </a:pPr>
            <a:r>
              <a:t>Hackathon track: The Agent That Can Explain Why</a:t>
            </a:r>
          </a:p>
          <a:p>
            <a:pPr>
              <a:defRPr sz="2000" b="0">
                <a:solidFill>
                  <a:srgbClr val="E4EFE6"/>
                </a:solidFill>
                <a:latin typeface="Aptos"/>
              </a:defRPr>
            </a:pPr>
            <a:r>
              <a:t>[Add team name / repository / demo URL]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DD7BE"/>
                </a:solidFill>
                <a:latin typeface="Aptos"/>
              </a:defRPr>
            </a:pPr>
            <a:r>
              <a:t>TRACEBACK AI  •  EVIDENCE-FIRST INVESTIGATION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Invoices can disagree with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Purchase orders, delivery notes, contract prices, and invoices often live in separate places.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Manual review is slow. A chatbot answer is not proof.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The result: discrepancies can be missed or take too long to investigate.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An investigation, not another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1  Connect procurement evidence through Zetaris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2  Run deterministic quantity / price / duplicate checks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3  Coordinate explanation workflow through Meterless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4  Validate every claim against source records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5  Let a human reviewer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LIVE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A 20-unit discrepancy, backed by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PURCHASE ORDER     120 units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DELIVERY NOTE         100 units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INVOICE                     120 units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AGREED PRICE           Rs 500 / unit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POTENTIAL DISCREPANCY: 20 units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POTENTIAL AMOUNT: Rs 10,000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(120 − 100) × Rs 500 = Rs 10,000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Fictional data; pending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920240"/>
            <a:ext cx="45720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5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423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9736C"/>
                </a:solidFill>
                <a:latin typeface="Aptos"/>
              </a:defRPr>
            </a:pPr>
            <a:r>
              <a:t>POTENTIAL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9718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C66A4A"/>
                </a:solidFill>
                <a:latin typeface="Aptos Display"/>
              </a:defRPr>
            </a:pPr>
            <a:r>
              <a:t>Rs 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977639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6B52"/>
                </a:solidFill>
                <a:latin typeface="Aptos"/>
              </a:defRPr>
            </a:pPr>
            <a:r>
              <a:t>20 units × Rs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572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6C"/>
                </a:solidFill>
                <a:latin typeface="Aptos"/>
              </a:defRPr>
            </a:pPr>
            <a:r>
              <a:t>Pending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Evidence flows through a verifiable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Purchase orders + invoices + delivery notes + contract prices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↓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Zetaris data integration / SQL query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↓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Deterministic reconciliation rules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↓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Meterless-coordinated investigation workflow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↓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Evidence and amount validation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↓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Finding UI → human review →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SPONSOR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Show exactly what each tool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ZETARIS — [actual sources joined + successful query evidence]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METERLESS — [actual workflow executed + run evidence]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CURSOR — [actual coding/debugging work performed]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NVIDIA — [model + use, only if truly integrated]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Replace bracketed placeholders with verified facts before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VALIDATION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Measure the workflow, not imagined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Add actual results only: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• [N] synthetic cases tested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• [N] findings matched expected results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• [N] unit/integration tests passed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• [Measured] investigation runtime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• [Observed] reviewer actions completed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Do not claim real customer savings without real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6B52"/>
                </a:solidFill>
                <a:latin typeface="Aptos"/>
              </a:defRPr>
            </a:pPr>
            <a:r>
              <a:t>SAFETY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9736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85800"/>
            <a:ext cx="10972800" cy="18288"/>
          </a:xfrm>
          <a:prstGeom prst="rect">
            <a:avLst/>
          </a:prstGeom>
          <a:solidFill>
            <a:srgbClr val="E5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3D2F"/>
                </a:solidFill>
                <a:latin typeface="Aptos Display"/>
              </a:defRPr>
            </a:pPr>
            <a:r>
              <a:t>Explain uncertainty. Keep people in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No automatic payments. No automatic supplier accusations.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Missing evidence is shown explicitly.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Every amount is calculated in deterministic code.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Reviewer actions are auditable.</a:t>
            </a: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202720"/>
                </a:solidFill>
                <a:latin typeface="Aptos"/>
              </a:defRPr>
            </a:pPr>
            <a:r>
              <a:t>Next: ERP connectors, invoice ingestion, configurable policy rules, pilot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9736C"/>
                </a:solidFill>
                <a:latin typeface="Aptos"/>
              </a:defRPr>
            </a:pPr>
            <a:r>
              <a:t>TRACEBACK AI  •  Replace all bracketed placeholders with verified implementation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